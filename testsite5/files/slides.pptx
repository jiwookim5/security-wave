
<file path=[Content_Types].xml><?xml version="1.0" encoding="utf-8"?>
<Types/>
</file>

<file path=ppt/presentation.xml><?xml version="1.0" encoding="utf-8"?>
<p:presentation xmlns:a="http://schemas.openxmlformats.org/drawingml/2006/main"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rPr sz="2800"/>
              <a:t>설명회 발표 자료</a:t>
            </a:r>
          </a:p>
          <a:p>
            <a:r>
              <a:rPr sz="100"/>
              <a:t>바카라 에볼루션 첫충 20% 텔레그램 @bac_88</a:t>
            </a:r>
          </a:p>
        </p:txBody>
      </p:sp>
    </p:spTree>
  </p:cSld>
</p:sld>
</file>